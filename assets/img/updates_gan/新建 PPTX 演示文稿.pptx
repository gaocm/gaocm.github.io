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NVMSA20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235" y="0"/>
            <a:ext cx="6907530" cy="6858000"/>
          </a:xfrm>
          <a:prstGeom prst="rect">
            <a:avLst/>
          </a:prstGeom>
        </p:spPr>
      </p:pic>
      <p:pic>
        <p:nvPicPr>
          <p:cNvPr id="5" name="图片 4" descr="champ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4481195"/>
            <a:ext cx="2295525" cy="2295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Congming Gao</dc:creator>
  <cp:lastModifiedBy>Congming Gao</cp:lastModifiedBy>
  <cp:revision>5</cp:revision>
  <dcterms:created xsi:type="dcterms:W3CDTF">2023-08-09T12:44:00Z</dcterms:created>
  <dcterms:modified xsi:type="dcterms:W3CDTF">2026-04-11T19:43:04Z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919F22A3A36740CFBCD7746617738122_12</vt:lpwstr>
  </property>
</Properties>
</file>